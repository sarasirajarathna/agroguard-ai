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83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92E1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92E1B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-137160"/>
            <a:ext cx="1188720" cy="118872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5" name="Image 0" descr="/home/claude/agroguard/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37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CROP DISEASE EARLY-WARNING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AgroGuard-AI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8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sick plants from a photo, advise farmers in their language, and stop outbreaks spreading.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434840"/>
            <a:ext cx="2926080" cy="0"/>
          </a:xfrm>
          <a:prstGeom prst="line">
            <a:avLst/>
          </a:prstGeom>
          <a:noFill/>
          <a:ln w="25400">
            <a:solidFill>
              <a:srgbClr val="5C8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Artificial Intelligence Competition  ·  Crop Protection Track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CodeArena'26  ·  </a:t>
            </a:r>
            <a:r>
              <a:rPr lang="en-US" sz="1100" dirty="0" err="1" smtClean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WeCodeX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wait days while disease spreads unseen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wait days for an agriculture officer, and by then a disease may have already spread across the field and into neighbouring farms. Officers have no visibility into where an outbreak is starting until it is too late — and by that point, containment is much harder and far more costly.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 closes that gap: diagnosis in seconds, advice in the farmer's own language, and regional visibility before an outbreak takes hold.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96012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6F7F2"/>
          </a:solidFill>
          <a:ln/>
        </p:spPr>
      </p:sp>
      <p:sp>
        <p:nvSpPr>
          <p:cNvPr id="7" name="Shape 5"/>
          <p:cNvSpPr/>
          <p:nvPr/>
        </p:nvSpPr>
        <p:spPr>
          <a:xfrm>
            <a:off x="7269480" y="1252728"/>
            <a:ext cx="822960" cy="82296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8" name="Image 0" descr="/home/claude/agroguard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45389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75320" y="15270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an officer arrives on-site, disease has already spread.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40880" y="2587752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6F7F2"/>
          </a:solidFill>
          <a:ln/>
        </p:spPr>
      </p:sp>
      <p:sp>
        <p:nvSpPr>
          <p:cNvPr id="12" name="Shape 9"/>
          <p:cNvSpPr/>
          <p:nvPr/>
        </p:nvSpPr>
        <p:spPr>
          <a:xfrm>
            <a:off x="7269480" y="2880360"/>
            <a:ext cx="822960" cy="82296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3" name="Image 1" descr="/home/claude/agroguard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308152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7532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visibility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27532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Outbreaks aren't visible to officers until multiple farms are affected.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040880" y="4215384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6F7F2"/>
          </a:solidFill>
          <a:ln/>
        </p:spPr>
      </p:sp>
      <p:sp>
        <p:nvSpPr>
          <p:cNvPr id="17" name="Shape 13"/>
          <p:cNvSpPr/>
          <p:nvPr/>
        </p:nvSpPr>
        <p:spPr>
          <a:xfrm>
            <a:off x="7269480" y="4507992"/>
            <a:ext cx="822960" cy="82296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8" name="Image 2" descr="/home/claude/agroguard/icons/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470916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43982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75320" y="478231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rarely reaches farmers in the language they work in.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shared risk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in the containment loop has a distinct job — the platform is built around all four, not just the farmer.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78608"/>
            <a:ext cx="914400" cy="91440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7" name="Image 0" descr="/home/claude/agroguard/icons/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79806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514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29260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leaf photos and receives multilingual diagnosis and treatment advice.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578608"/>
            <a:ext cx="914400" cy="91440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12" name="Image 1" descr="/home/claude/agroguard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798064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514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Officer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589520" y="29260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escalated cases, schedules and records field visits.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681728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7" name="Image 2" descr="/home/claude/agroguard/icons/microsco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901184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617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20240" y="5029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samples of new or unclear diseases and exports surveillance data.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3891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4681728"/>
            <a:ext cx="914400" cy="914400"/>
          </a:xfrm>
          <a:prstGeom prst="ellipse">
            <a:avLst/>
          </a:prstGeom>
          <a:solidFill>
            <a:srgbClr val="A83A2E"/>
          </a:solidFill>
          <a:ln/>
        </p:spPr>
      </p:sp>
      <p:pic>
        <p:nvPicPr>
          <p:cNvPr id="22" name="Image 3" descr="/home/claude/agroguard/icons/adm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4901184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4617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589520" y="5029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outbreak declarations and improves the diagnostic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loop from photo to containment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645920"/>
          </a:xfrm>
          <a:prstGeom prst="roundRect">
            <a:avLst>
              <a:gd name="adj" fmla="val 4848"/>
            </a:avLst>
          </a:prstGeom>
          <a:solidFill>
            <a:srgbClr val="F6F7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6" name="Image 0" descr="/home/claude/agroguard/icons/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1122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700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foliar diagnosis &amp; severity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9443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disease ID with low / medium / high / critical severity and yield impact.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78808" y="1737360"/>
            <a:ext cx="3429000" cy="1645920"/>
          </a:xfrm>
          <a:prstGeom prst="roundRect">
            <a:avLst>
              <a:gd name="adj" fmla="val 4848"/>
            </a:avLst>
          </a:prstGeom>
          <a:solidFill>
            <a:srgbClr val="F6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07408" y="1965960"/>
            <a:ext cx="640080" cy="64008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1" name="Image 1" descr="/home/claude/agroguard/icons/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122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7408" y="26700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advisories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07408" y="29443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treatment guidance in English, Sinhala, and Tamil.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808976" y="1737360"/>
            <a:ext cx="3429000" cy="1645920"/>
          </a:xfrm>
          <a:prstGeom prst="roundRect">
            <a:avLst>
              <a:gd name="adj" fmla="val 4848"/>
            </a:avLst>
          </a:prstGeom>
          <a:solidFill>
            <a:srgbClr val="F6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037576" y="1965960"/>
            <a:ext cx="640080" cy="64008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6" name="Image 2" descr="/home/claude/agroguard/icons/weat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1122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37576" y="26700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micro-climate telemetry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37576" y="29443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wind, rainfall and leaf-wetness pulled per farm GPS.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582209"/>
            <a:ext cx="3429000" cy="1645920"/>
          </a:xfrm>
          <a:prstGeom prst="roundRect">
            <a:avLst>
              <a:gd name="adj" fmla="val 4848"/>
            </a:avLst>
          </a:prstGeom>
          <a:solidFill>
            <a:srgbClr val="F6F7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810809"/>
            <a:ext cx="640080" cy="64008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21" name="Image 3" descr="/home/claude/agroguard/icons/ri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957113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514897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risk engine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789217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0–100 spread-risk index — no black-box confidence.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178808" y="3582209"/>
            <a:ext cx="3429000" cy="1645920"/>
          </a:xfrm>
          <a:prstGeom prst="roundRect">
            <a:avLst>
              <a:gd name="adj" fmla="val 4848"/>
            </a:avLst>
          </a:prstGeom>
          <a:solidFill>
            <a:srgbClr val="F6F7F2"/>
          </a:solidFill>
          <a:ln/>
        </p:spPr>
      </p:sp>
      <p:sp>
        <p:nvSpPr>
          <p:cNvPr id="25" name="Shape 19"/>
          <p:cNvSpPr/>
          <p:nvPr/>
        </p:nvSpPr>
        <p:spPr>
          <a:xfrm>
            <a:off x="4407408" y="3810809"/>
            <a:ext cx="640080" cy="64008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26" name="Image 4" descr="/home/claude/agroguard/icons/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3957113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07408" y="4514897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clustering &amp; map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07408" y="4789217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clustering surfaces active clusters on a live regional map.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808976" y="3582209"/>
            <a:ext cx="3429000" cy="1645920"/>
          </a:xfrm>
          <a:prstGeom prst="roundRect">
            <a:avLst>
              <a:gd name="adj" fmla="val 4848"/>
            </a:avLst>
          </a:prstGeom>
          <a:solidFill>
            <a:srgbClr val="F6F7F2"/>
          </a:solidFill>
          <a:ln/>
        </p:spPr>
      </p:sp>
      <p:sp>
        <p:nvSpPr>
          <p:cNvPr id="30" name="Shape 23"/>
          <p:cNvSpPr/>
          <p:nvPr/>
        </p:nvSpPr>
        <p:spPr>
          <a:xfrm>
            <a:off x="8037576" y="3810809"/>
            <a:ext cx="640080" cy="64008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31" name="Image 5" descr="/home/claude/agroguard/icons/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957113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37576" y="4514897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biosecurity alerts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037576" y="4789217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outbreaks notify every registered farm within the containment zone.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D4D2B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photo-based foliar diagnosis for Sri Lankan &amp; tropical crops — not drone or soil sensing, and not a substitute for an officer's final sign-off on a confirmed outbreak.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containment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6F7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6" name="Image 0" descr="/home/claude/agroguard/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86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OpenStreetMap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6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777240" cy="77724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11" name="Image 1" descr="/home/claude/agroguard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86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4290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rate limiting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(cases, farms, visits…)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6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0312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2" descr="/home/claude/agroguard/icons/satel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286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017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4290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+ PlantVillage KB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live telemetry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 schema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in-memory fallback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9428" y="489204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D4D2B"/>
          </a:solidFill>
          <a:ln/>
        </p:spPr>
      </p:sp>
      <p:sp>
        <p:nvSpPr>
          <p:cNvPr id="20" name="Text 15"/>
          <p:cNvSpPr/>
          <p:nvPr/>
        </p:nvSpPr>
        <p:spPr>
          <a:xfrm>
            <a:off x="449428" y="48920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964028" y="48920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3375508" y="489204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D4D2B"/>
          </a:solidFill>
          <a:ln/>
        </p:spPr>
      </p:sp>
      <p:sp>
        <p:nvSpPr>
          <p:cNvPr id="23" name="Text 18"/>
          <p:cNvSpPr/>
          <p:nvPr/>
        </p:nvSpPr>
        <p:spPr>
          <a:xfrm>
            <a:off x="3375508" y="48920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+ Weather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890108" y="48920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301588" y="489204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D4D2B"/>
          </a:solidFill>
          <a:ln/>
        </p:spPr>
      </p:sp>
      <p:sp>
        <p:nvSpPr>
          <p:cNvPr id="26" name="Text 21"/>
          <p:cNvSpPr/>
          <p:nvPr/>
        </p:nvSpPr>
        <p:spPr>
          <a:xfrm>
            <a:off x="6301588" y="48920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816188" y="48920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227668" y="489204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D4D2B"/>
          </a:solidFill>
          <a:ln/>
        </p:spPr>
      </p:sp>
      <p:sp>
        <p:nvSpPr>
          <p:cNvPr id="29" name="Text 24"/>
          <p:cNvSpPr/>
          <p:nvPr/>
        </p:nvSpPr>
        <p:spPr>
          <a:xfrm>
            <a:off x="9227668" y="48920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Alerts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that make it trustworthy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822960" cy="822960"/>
          </a:xfrm>
          <a:prstGeom prst="ellipse">
            <a:avLst/>
          </a:prstGeom>
          <a:solidFill>
            <a:srgbClr val="A83A2E"/>
          </a:solidFill>
          <a:ln/>
        </p:spPr>
      </p:sp>
      <p:pic>
        <p:nvPicPr>
          <p:cNvPr id="6" name="Image 0" descr="/home/claude/agroguard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585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confidence triage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36829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confidence gives a full diagnosis; &lt;75% suppresses speculative treatment and auto-escalates to the local officer — no guessing.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2057400"/>
            <a:ext cx="822960" cy="82296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1" name="Image 1" descr="/home/claude/agroguard/icons/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2585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84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risk engine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236829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Spread-risk index (0–100) is a transparent, explainable formula — severity + leaf wetness + micro-climate + nearby cases.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160520"/>
            <a:ext cx="822960" cy="82296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16" name="Image 2" descr="/home/claude/agroguard/icons/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616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087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outbreak clustering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447141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cases within 10km are grouped by pathogen; ≥3 cases in a radius forms a declared cluster with a real centroid.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6F7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1605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1" name="Image 3" descr="/home/claude/agroguard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6168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087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persistence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0" y="447141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zero-config on an in-memory store with realistic seed data, or against PostgreSQL / Supabase in production.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exactly as briefed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“must work end to end” requirement from the problem brief, mapped to a working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35024" y="21488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diagnose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02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uploads leaf photos and gets a diagnosis in Sinhala, Tamil, or English.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2468880"/>
            <a:ext cx="4572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547872" y="21488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52928" y="292608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code vs.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52928" y="3474720"/>
            <a:ext cx="202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outbreak checks run as deterministic code; only image and severity use AI.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37176" y="2468880"/>
            <a:ext cx="4572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760720" y="21488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65776" y="292608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Escalate, don't guess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65776" y="3474720"/>
            <a:ext cx="202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diagnoses skip the guess and route straight to an officer.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50024" y="2468880"/>
            <a:ext cx="4572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973568" y="21488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7973568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78624" y="292608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78624" y="3474720"/>
            <a:ext cx="202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clusters appear on the regional map and alert every farm at risk.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62872" y="2468880"/>
            <a:ext cx="4572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186416" y="21488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86416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91472" y="292608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91472" y="3474720"/>
            <a:ext cx="202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officer's field visit updates the case, and the farmer is notified.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each box below for a screenshot from the live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6F7F2"/>
          </a:solidFill>
          <a:ln w="15875">
            <a:solidFill>
              <a:srgbClr val="B9C4A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857500" y="2286000"/>
            <a:ext cx="731520" cy="73152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7" name="Image 0" descr="/home/claude/agroguard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— Farmer: New Case &amp; Diagnosis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6F7F2"/>
          </a:solidFill>
          <a:ln w="15875">
            <a:solidFill>
              <a:srgbClr val="B9C4A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526780" y="2286000"/>
            <a:ext cx="731520" cy="73152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11" name="Image 1" descr="/home/claude/agroguard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31546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— Diagnosis Result (multilingual)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2519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6F7F2"/>
          </a:solidFill>
          <a:ln w="15875">
            <a:solidFill>
              <a:srgbClr val="B9C4AE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2857500" y="4572000"/>
            <a:ext cx="731520" cy="73152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15" name="Image 2" descr="/home/claude/agroguard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47548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54406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— Officer: Field Visit Review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17920" y="42519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6F7F2"/>
          </a:solidFill>
          <a:ln w="15875">
            <a:solidFill>
              <a:srgbClr val="B9C4AE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8526780" y="4572000"/>
            <a:ext cx="731520" cy="731520"/>
          </a:xfrm>
          <a:prstGeom prst="ellipse">
            <a:avLst/>
          </a:prstGeom>
          <a:solidFill>
            <a:srgbClr val="5C8A3A"/>
          </a:solidFill>
          <a:ln/>
        </p:spPr>
      </p:sp>
      <p:pic>
        <p:nvPicPr>
          <p:cNvPr id="19" name="Image 3" descr="/home/claude/agroguard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47548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92240" y="54406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— Regional Outbreak Map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against the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208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— backend/test-api.js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32304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6" name="Image 0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487168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3865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authentication &amp; JWT issuance for all 4 roles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2816352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9" name="Image 1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87121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farms with valid Sri Lankan GPS coordinates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2" name="Image 2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5526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3154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diagnosis — English, Sinhala, Tamil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48640" y="3584448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5" name="Image 3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63931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35387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triage: &lt;75% escalates without a guess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429000" y="2432304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18" name="Image 4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487168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13048" y="23865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telemetry from Open-Meteo per farm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429000" y="2816352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21" name="Image 5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871216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13048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clustering — 10km radius, min. 3 cases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3429000" y="3200400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24" name="Image 6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255264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813048" y="3154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outbreak auto-alerts nearby farms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3429000" y="3584448"/>
            <a:ext cx="274320" cy="274320"/>
          </a:xfrm>
          <a:prstGeom prst="ellipse">
            <a:avLst/>
          </a:prstGeom>
          <a:solidFill>
            <a:srgbClr val="0D4D2B"/>
          </a:solidFill>
          <a:ln/>
        </p:spPr>
      </p:sp>
      <p:pic>
        <p:nvPicPr>
          <p:cNvPr id="27" name="Image 7" descr="/home/claude/agroguar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639312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13048" y="35387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loop: findings recorded, farmer notified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6492240" y="20208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access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962928"/>
              </p:ext>
            </p:extLst>
          </p:nvPr>
        </p:nvGraphicFramePr>
        <p:xfrm>
          <a:off x="6492240" y="2386584"/>
          <a:ext cx="512064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ruwan@farm.lk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Officer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anura@agridept.gov.lk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Epidemiologist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kamal@res.lk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admin@agroguard.gov.lk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</a:tbl>
          </a:graphicData>
        </a:graphic>
      </p:graphicFrame>
      <p:sp>
        <p:nvSpPr>
          <p:cNvPr id="31" name="Text 20"/>
          <p:cNvSpPr/>
          <p:nvPr/>
        </p:nvSpPr>
        <p:spPr>
          <a:xfrm>
            <a:off x="6492240" y="46268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for every role: password123</a:t>
            </a:r>
            <a:endParaRPr lang="en-US" sz="1000" dirty="0"/>
          </a:p>
        </p:txBody>
      </p:sp>
      <p:sp>
        <p:nvSpPr>
          <p:cNvPr id="32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AgroGuard-AI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D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JUDGEMENT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 — and what's still ahead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0"/>
          </a:xfrm>
          <a:prstGeom prst="line">
            <a:avLst/>
          </a:prstGeom>
          <a:noFill/>
          <a:ln w="31750">
            <a:solidFill>
              <a:srgbClr val="5C8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problem-brief scenarios implemented end to end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explainable risk &amp; clustering — no black boxes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zero-config, offline, with realistic seed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5029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011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43400" y="24688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diagnosis depends on an external Gemini API key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seed data, not yet a live farmer pilot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/ read-aloud advice not yet built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50292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011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24688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and read-aloud advice for non-typing farmers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Sinhala, Tamil &amp; English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real Agricultural Extension office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092E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6126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 smtClean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100" dirty="0" err="1" smtClean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WeCodex</a:t>
            </a:r>
            <a:r>
              <a:rPr lang="en-US" sz="1100" dirty="0" smtClean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 smtClean="0">
                <a:solidFill>
                  <a:srgbClr val="8FA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poojaap356@gmail.com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967</Words>
  <Application>Microsoft Office PowerPoint</Application>
  <PresentationFormat>Widescreen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Pooja</cp:lastModifiedBy>
  <cp:revision>2</cp:revision>
  <dcterms:created xsi:type="dcterms:W3CDTF">2026-09-12T08:52:38Z</dcterms:created>
  <dcterms:modified xsi:type="dcterms:W3CDTF">2026-09-12T10:06:31Z</dcterms:modified>
</cp:coreProperties>
</file>